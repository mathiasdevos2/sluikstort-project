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1" r:id="rId6"/>
    <p:sldId id="265" r:id="rId7"/>
    <p:sldId id="262" r:id="rId8"/>
    <p:sldId id="264" r:id="rId9"/>
    <p:sldId id="263" r:id="rId10"/>
    <p:sldId id="266" r:id="rId11"/>
    <p:sldId id="260" r:id="rId12"/>
  </p:sldIdLst>
  <p:sldSz cx="12192000" cy="6858000"/>
  <p:notesSz cx="6858000" cy="9144000"/>
  <p:defaultTextStyle>
    <a:defPPr rtl="0"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48" autoAdjust="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2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E13E6BE6-B879-4D92-AE32-99899D2C4F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DA559EB-17F3-4D5A-BFCB-259D94AFC7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52C27-C56D-4881-B585-6921D87327EA}" type="datetimeFigureOut">
              <a:rPr lang="nl-NL" smtClean="0"/>
              <a:t>19-3-2026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ADE07C-3120-4025-9F63-C220E93707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666533-510B-44FB-A269-E20A4315C2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30F89-DC2C-4AC0-AB05-2EBFD583E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039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noProof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36D7F-AE0A-4E7F-8371-562F729EBA85}" type="datetimeFigureOut">
              <a:rPr lang="nl-NL" noProof="0" smtClean="0"/>
              <a:t>19-3-2026</a:t>
            </a:fld>
            <a:endParaRPr lang="nl-NL" noProof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noProof="0"/>
              <a:t>Tekststijl van het model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EC8EA-B694-4905-8D30-242D4AF1848F}" type="slidenum">
              <a:rPr lang="nl-NL" noProof="0" smtClean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772222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EC8EA-B694-4905-8D30-242D4AF1848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43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EC8EA-B694-4905-8D30-242D4AF1848F}" type="slidenum">
              <a:rPr lang="nl-NL" noProof="0" smtClean="0"/>
              <a:t>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28382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EC8EA-B694-4905-8D30-242D4AF1848F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845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nl-NL" noProof="0"/>
              <a:t>Klik om de subtitelstijl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4394EA0-90D4-44D6-BF19-333922797F51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nl-NL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867D1F-6FDD-4053-8266-A6C040063AFA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l-NL" noProof="0"/>
              <a:t>Tekststijlen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1E78C4C-D1B6-4DEC-89DC-0DD8B9A287CA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nl-NL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360924-0240-47B2-9E12-53F871587725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Tekststijlen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l-NL" noProof="0"/>
              <a:t>Tekststijlen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1A3F27-424F-4F5A-936B-200BDCB909BC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1F91C7-65EF-4B41-832D-90C5CFA3BC5F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  <p:sp>
        <p:nvSpPr>
          <p:cNvPr id="7" name="Rechthoek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7CA0CB-F9A5-4CE5-A1E5-73274C4A7FA5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nl-NL" noProof="0"/>
              <a:t>Tekststijlen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54905B6-9A17-4367-B4A6-4892FDD8B08F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nl-NL" noProof="0"/>
              <a:t>Tekststijlen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B55222-4AC2-40DC-A1FB-C107AF6C0E5A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2E243B-9328-47C1-9E11-81FCBBF40202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e tite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DDE1B9B-7FFA-4CE9-B357-58F1ECB8B213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nl-NL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nl-NL" noProof="0"/>
              <a:t>Tekststijlen van het model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E9E1BA8E-ACA1-4BD9-92B3-6F553C7D0F4B}" type="datetime1">
              <a:rPr lang="nl-NL" noProof="0" smtClean="0"/>
              <a:t>19-3-2026</a:t>
            </a:fld>
            <a:endParaRPr lang="nl-NL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nl-NL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nl-NL" noProof="0" smtClean="0"/>
              <a:pPr rtl="0"/>
              <a:t>‹nr.›</a:t>
            </a:fld>
            <a:endParaRPr lang="nl-NL" noProof="0"/>
          </a:p>
        </p:txBody>
      </p:sp>
      <p:sp>
        <p:nvSpPr>
          <p:cNvPr id="9" name="Rechthoe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0" name="Rechthoe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1" name="Rechthoe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hthoe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pic>
        <p:nvPicPr>
          <p:cNvPr id="7" name="Afbeelding 6" descr="Digitale verbindingen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e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2" name="Rechthoe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nl-NL" sz="5000" dirty="0">
                <a:solidFill>
                  <a:schemeClr val="bg1"/>
                </a:solidFill>
              </a:rPr>
              <a:t>AI Sluikstort detectie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nl-NL" dirty="0">
                <a:solidFill>
                  <a:srgbClr val="7CEBFF"/>
                </a:solidFill>
              </a:rPr>
              <a:t>Projectweek – Rune </a:t>
            </a:r>
            <a:r>
              <a:rPr lang="nl-NL" dirty="0" err="1">
                <a:solidFill>
                  <a:srgbClr val="7CEBFF"/>
                </a:solidFill>
              </a:rPr>
              <a:t>Alenteyns</a:t>
            </a:r>
            <a:r>
              <a:rPr lang="nl-NL" dirty="0">
                <a:solidFill>
                  <a:srgbClr val="7CEBFF"/>
                </a:solidFill>
              </a:rPr>
              <a:t>, Mathias De Vos, Quinten Van Boven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80D190-8A3E-C1D9-B8EE-E8A33E35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nl-BE" dirty="0"/>
              <a:t>Probleem?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1C0A2C-C3B3-BD1A-7A4A-971461B5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Sluikstort moeilijk op te volgen</a:t>
            </a:r>
          </a:p>
          <a:p>
            <a:r>
              <a:rPr lang="nl-BE" dirty="0">
                <a:solidFill>
                  <a:schemeClr val="bg1"/>
                </a:solidFill>
              </a:rPr>
              <a:t>Sluikstorten is strafbaar</a:t>
            </a:r>
          </a:p>
          <a:p>
            <a:r>
              <a:rPr lang="nl-BE" dirty="0">
                <a:solidFill>
                  <a:schemeClr val="bg1"/>
                </a:solidFill>
              </a:rPr>
              <a:t>Kost tijd</a:t>
            </a:r>
          </a:p>
          <a:p>
            <a:r>
              <a:rPr lang="nl-BE" dirty="0">
                <a:solidFill>
                  <a:schemeClr val="bg1"/>
                </a:solidFill>
              </a:rPr>
              <a:t>Manueel nakijken kost tijd en geld</a:t>
            </a:r>
          </a:p>
        </p:txBody>
      </p:sp>
      <p:pic>
        <p:nvPicPr>
          <p:cNvPr id="1026" name="Picture 2" descr="23 paar extra ogen tegen zwerfvuil - KW.be">
            <a:extLst>
              <a:ext uri="{FF2B5EF4-FFF2-40B4-BE49-F238E27FC236}">
                <a16:creationId xmlns:a16="http://schemas.microsoft.com/office/drawing/2014/main" id="{4D0A7A56-08C7-B58D-A8E4-08BF5F9F9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281450"/>
            <a:ext cx="6489819" cy="431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645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247CE0-5B15-EDF2-F527-80E8AE286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nl-BE" dirty="0"/>
              <a:t>Doel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A8B445A-98B7-A532-F1C2-EDF04FAAB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nl-BE">
                <a:solidFill>
                  <a:schemeClr val="bg1"/>
                </a:solidFill>
              </a:rPr>
              <a:t>Automatische detectie </a:t>
            </a:r>
          </a:p>
          <a:p>
            <a:r>
              <a:rPr lang="nl-BE">
                <a:solidFill>
                  <a:schemeClr val="bg1"/>
                </a:solidFill>
              </a:rPr>
              <a:t>Foto’s verzamelen </a:t>
            </a:r>
          </a:p>
          <a:p>
            <a:r>
              <a:rPr lang="nl-BE">
                <a:solidFill>
                  <a:schemeClr val="bg1"/>
                </a:solidFill>
              </a:rPr>
              <a:t>Dashboard met historiek maken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5E70025-B049-1B5B-9482-ED5D9CF36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522" y="1784411"/>
            <a:ext cx="6489819" cy="330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0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E15E636-2C9E-42CB-B482-436AA81BF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eb Scraping">
            <a:extLst>
              <a:ext uri="{FF2B5EF4-FFF2-40B4-BE49-F238E27FC236}">
                <a16:creationId xmlns:a16="http://schemas.microsoft.com/office/drawing/2014/main" id="{0C74B60F-241A-06DC-ACE0-6F381F5FF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9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01D4AEDF-0CF9-4271-ABB7-3D3489BB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3082" name="Rectangle 3081">
              <a:extLst>
                <a:ext uri="{FF2B5EF4-FFF2-40B4-BE49-F238E27FC236}">
                  <a16:creationId xmlns:a16="http://schemas.microsoft.com/office/drawing/2014/main" id="{55CA534D-375A-405E-B686-06B63E663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3083" name="Rectangle 3082">
              <a:extLst>
                <a:ext uri="{FF2B5EF4-FFF2-40B4-BE49-F238E27FC236}">
                  <a16:creationId xmlns:a16="http://schemas.microsoft.com/office/drawing/2014/main" id="{AA2342F7-EF54-4210-9029-E977C9D5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C971C22-1CB3-4690-7147-2214F6812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nl-BE"/>
              <a:t>Werking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84C6E8-43CA-739F-8944-21B8E45C7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38399"/>
            <a:ext cx="3415074" cy="3564467"/>
          </a:xfrm>
        </p:spPr>
        <p:txBody>
          <a:bodyPr>
            <a:normAutofit/>
          </a:bodyPr>
          <a:lstStyle/>
          <a:p>
            <a:r>
              <a:rPr lang="nl-BE">
                <a:solidFill>
                  <a:schemeClr val="bg1"/>
                </a:solidFill>
              </a:rPr>
              <a:t>Webcam of ander aangesloten apparaat</a:t>
            </a:r>
          </a:p>
          <a:p>
            <a:r>
              <a:rPr lang="nl-BE">
                <a:solidFill>
                  <a:schemeClr val="bg1"/>
                </a:solidFill>
              </a:rPr>
              <a:t>Model 1 = sluikstort of geen sluikstort</a:t>
            </a:r>
          </a:p>
          <a:p>
            <a:r>
              <a:rPr lang="nl-BE">
                <a:solidFill>
                  <a:schemeClr val="bg1"/>
                </a:solidFill>
              </a:rPr>
              <a:t>Model 2 detecteert het type afval</a:t>
            </a:r>
          </a:p>
          <a:p>
            <a:r>
              <a:rPr lang="nl-BE">
                <a:solidFill>
                  <a:schemeClr val="bg1"/>
                </a:solidFill>
              </a:rPr>
              <a:t>Opslaan en tonen in het dashboard </a:t>
            </a:r>
          </a:p>
        </p:txBody>
      </p:sp>
    </p:spTree>
    <p:extLst>
      <p:ext uri="{BB962C8B-B14F-4D97-AF65-F5344CB8AC3E}">
        <p14:creationId xmlns:p14="http://schemas.microsoft.com/office/powerpoint/2010/main" val="47520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E636-2C9E-42CB-B482-436AA81BF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501A541-4B4F-440D-92C4-CD7CA1D2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1" t="9091" r="1538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1D4AEDF-0CF9-4271-ABB7-3D3489BB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CA534D-375A-405E-B686-06B63E663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A2342F7-EF54-4210-9029-E977C9D5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54C3509-335A-C6C9-A883-9AE8C4B4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nl-BE" dirty="0"/>
              <a:t>Webapplicatie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319EDB-4307-1D1F-FF53-020DE4576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38399"/>
            <a:ext cx="3415074" cy="3564467"/>
          </a:xfrm>
        </p:spPr>
        <p:txBody>
          <a:bodyPr>
            <a:normAutofit/>
          </a:bodyPr>
          <a:lstStyle/>
          <a:p>
            <a:r>
              <a:rPr lang="nl-BE">
                <a:solidFill>
                  <a:schemeClr val="bg1"/>
                </a:solidFill>
              </a:rPr>
              <a:t>Streamlit dashboard</a:t>
            </a:r>
          </a:p>
          <a:p>
            <a:r>
              <a:rPr lang="nl-BE">
                <a:solidFill>
                  <a:schemeClr val="bg1"/>
                </a:solidFill>
              </a:rPr>
              <a:t>Grafieken en foto’s </a:t>
            </a:r>
          </a:p>
        </p:txBody>
      </p:sp>
    </p:spTree>
    <p:extLst>
      <p:ext uri="{BB962C8B-B14F-4D97-AF65-F5344CB8AC3E}">
        <p14:creationId xmlns:p14="http://schemas.microsoft.com/office/powerpoint/2010/main" val="287089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2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04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E75F41-CF91-D12A-6F33-33DCB074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nl-BE"/>
              <a:t>Live-feed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F2114CE-D704-872B-CEA3-3AC3D88F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nl-BE">
                <a:solidFill>
                  <a:schemeClr val="bg1"/>
                </a:solidFill>
              </a:rPr>
              <a:t>Webcam analyse </a:t>
            </a:r>
          </a:p>
          <a:p>
            <a:r>
              <a:rPr lang="nl-BE">
                <a:solidFill>
                  <a:schemeClr val="bg1"/>
                </a:solidFill>
              </a:rPr>
              <a:t>Automatische screenshot bij detectie</a:t>
            </a:r>
          </a:p>
          <a:p>
            <a:r>
              <a:rPr lang="nl-BE">
                <a:solidFill>
                  <a:schemeClr val="bg1"/>
                </a:solidFill>
              </a:rPr>
              <a:t>Opgeslagen in het dashboard en bestanden</a:t>
            </a:r>
          </a:p>
        </p:txBody>
      </p:sp>
      <p:pic>
        <p:nvPicPr>
          <p:cNvPr id="4098" name="Picture 2" descr="Live Feed Camera - Nikko Concept Sdn Bhd.">
            <a:extLst>
              <a:ext uri="{FF2B5EF4-FFF2-40B4-BE49-F238E27FC236}">
                <a16:creationId xmlns:a16="http://schemas.microsoft.com/office/drawing/2014/main" id="{27C6F7EF-4FCA-161D-2985-64FB99E79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614053"/>
            <a:ext cx="6489819" cy="365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E636-2C9E-42CB-B482-436AA81BF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en houten brug op het meer">
            <a:extLst>
              <a:ext uri="{FF2B5EF4-FFF2-40B4-BE49-F238E27FC236}">
                <a16:creationId xmlns:a16="http://schemas.microsoft.com/office/drawing/2014/main" id="{81ADA975-EB3D-D9D4-3743-FEAAF8BC2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1D4AEDF-0CF9-4271-ABB7-3D3489BB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5CA534D-375A-405E-B686-06B63E663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2342F7-EF54-4210-9029-E977C9D5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1A89A4E-1AFD-879E-3C11-216ADD3F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nl-BE" dirty="0"/>
              <a:t>Toekomst 	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E1AD48-A943-0AB2-253A-E26936938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38399"/>
            <a:ext cx="3415074" cy="3564467"/>
          </a:xfrm>
        </p:spPr>
        <p:txBody>
          <a:bodyPr>
            <a:normAutofit/>
          </a:bodyPr>
          <a:lstStyle/>
          <a:p>
            <a:r>
              <a:rPr lang="nl-BE">
                <a:solidFill>
                  <a:schemeClr val="bg1"/>
                </a:solidFill>
              </a:rPr>
              <a:t>Meer klassen </a:t>
            </a:r>
          </a:p>
          <a:p>
            <a:r>
              <a:rPr lang="nl-BE">
                <a:solidFill>
                  <a:schemeClr val="bg1"/>
                </a:solidFill>
              </a:rPr>
              <a:t>Accuraatheid vergroten </a:t>
            </a:r>
          </a:p>
          <a:p>
            <a:r>
              <a:rPr lang="nl-BE">
                <a:solidFill>
                  <a:schemeClr val="bg1"/>
                </a:solidFill>
              </a:rPr>
              <a:t>Bewegingsmodel aan koppelen </a:t>
            </a:r>
          </a:p>
        </p:txBody>
      </p:sp>
    </p:spTree>
    <p:extLst>
      <p:ext uri="{BB962C8B-B14F-4D97-AF65-F5344CB8AC3E}">
        <p14:creationId xmlns:p14="http://schemas.microsoft.com/office/powerpoint/2010/main" val="313817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hthoek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pic>
        <p:nvPicPr>
          <p:cNvPr id="5" name="Afbeelding 4" descr="Digitale cijf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nl-NL">
                <a:solidFill>
                  <a:srgbClr val="FFFFFF"/>
                </a:solidFill>
              </a:rPr>
              <a:t>Bedankt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nl-NL" dirty="0">
              <a:solidFill>
                <a:schemeClr val="bg2"/>
              </a:solidFill>
            </a:endParaRPr>
          </a:p>
          <a:p>
            <a:pPr rtl="0"/>
            <a:endParaRPr lang="nl-NL" dirty="0">
              <a:solidFill>
                <a:schemeClr val="bg2"/>
              </a:solidFill>
            </a:endParaRPr>
          </a:p>
        </p:txBody>
      </p:sp>
      <p:grpSp>
        <p:nvGrpSpPr>
          <p:cNvPr id="14" name="Groe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Ontwerp Technisch dividend</Template>
  <TotalTime>0</TotalTime>
  <Words>99</Words>
  <Application>Microsoft Office PowerPoint</Application>
  <PresentationFormat>Breedbeeld</PresentationFormat>
  <Paragraphs>31</Paragraphs>
  <Slides>8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Wingdings 2</vt:lpstr>
      <vt:lpstr>Dividend</vt:lpstr>
      <vt:lpstr>AI Sluikstort detectie</vt:lpstr>
      <vt:lpstr>Probleem?</vt:lpstr>
      <vt:lpstr>Doel </vt:lpstr>
      <vt:lpstr>Werking</vt:lpstr>
      <vt:lpstr>Webapplicatie </vt:lpstr>
      <vt:lpstr>Live-feed </vt:lpstr>
      <vt:lpstr>Toekomst  </vt:lpstr>
      <vt:lpstr>Bedankt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Mathias De Vos</dc:creator>
  <cp:lastModifiedBy>Mathias De Vos</cp:lastModifiedBy>
  <cp:revision>1</cp:revision>
  <dcterms:created xsi:type="dcterms:W3CDTF">2026-03-19T07:42:38Z</dcterms:created>
  <dcterms:modified xsi:type="dcterms:W3CDTF">2026-03-19T08:12:13Z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337be75-dfbb-4261-9834-ac247c7dde13_Enabled">
    <vt:lpwstr>true</vt:lpwstr>
  </property>
  <property fmtid="{D5CDD505-2E9C-101B-9397-08002B2CF9AE}" pid="4" name="MSIP_Label_c337be75-dfbb-4261-9834-ac247c7dde13_SetDate">
    <vt:lpwstr>2026-03-19T07:51:46Z</vt:lpwstr>
  </property>
  <property fmtid="{D5CDD505-2E9C-101B-9397-08002B2CF9AE}" pid="5" name="MSIP_Label_c337be75-dfbb-4261-9834-ac247c7dde13_Method">
    <vt:lpwstr>Standard</vt:lpwstr>
  </property>
  <property fmtid="{D5CDD505-2E9C-101B-9397-08002B2CF9AE}" pid="6" name="MSIP_Label_c337be75-dfbb-4261-9834-ac247c7dde13_Name">
    <vt:lpwstr>Algemeen</vt:lpwstr>
  </property>
  <property fmtid="{D5CDD505-2E9C-101B-9397-08002B2CF9AE}" pid="7" name="MSIP_Label_c337be75-dfbb-4261-9834-ac247c7dde13_SiteId">
    <vt:lpwstr>77d33cc5-c9b4-4766-95c7-ed5b515e1cce</vt:lpwstr>
  </property>
  <property fmtid="{D5CDD505-2E9C-101B-9397-08002B2CF9AE}" pid="8" name="MSIP_Label_c337be75-dfbb-4261-9834-ac247c7dde13_ActionId">
    <vt:lpwstr>0d78d5ea-674a-422c-ac24-02538ac743e8</vt:lpwstr>
  </property>
  <property fmtid="{D5CDD505-2E9C-101B-9397-08002B2CF9AE}" pid="9" name="MSIP_Label_c337be75-dfbb-4261-9834-ac247c7dde13_ContentBits">
    <vt:lpwstr>0</vt:lpwstr>
  </property>
  <property fmtid="{D5CDD505-2E9C-101B-9397-08002B2CF9AE}" pid="10" name="MSIP_Label_c337be75-dfbb-4261-9834-ac247c7dde13_Tag">
    <vt:lpwstr>10, 3, 0, 1</vt:lpwstr>
  </property>
</Properties>
</file>